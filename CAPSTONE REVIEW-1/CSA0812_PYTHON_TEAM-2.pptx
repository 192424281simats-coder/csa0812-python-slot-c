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5" r:id="rId7"/>
    <p:sldId id="266" r:id="rId8"/>
  </p:sldIdLst>
  <p:sldSz cx="12192000" cy="6858000"/>
  <p:notesSz cx="12192000" cy="6858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9e90e10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f69e90e109_0_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9e90e10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f69e90e109_0_2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638300" y="2057400"/>
            <a:ext cx="8915400" cy="1490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>
              <a:defRPr sz="2700" b="1">
                <a:solidFill>
                  <a:srgbClr val="1F3763"/>
                </a:solidFill>
                <a:latin typeface="Arial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Algorithmic Financial Portfolio Management System for SQL Data Acquisition, Normalization, and Performance Profiling</a:t>
            </a:r>
          </a:p>
        </p:txBody>
      </p:sp>
      <p:sp>
        <p:nvSpPr>
          <p:cNvPr id="44" name="Google Shape;44;p7"/>
          <p:cNvSpPr txBox="1"/>
          <p:nvPr/>
        </p:nvSpPr>
        <p:spPr>
          <a:xfrm>
            <a:off x="533825" y="4967975"/>
            <a:ext cx="5381783" cy="1290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IN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  <a:endParaRPr lang="en-IN" sz="2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PRABU S — 192319011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DILEEP KUMAR DESHABOINA — 192424281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MOHAMMAD AKHIM — 192525132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7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/>
        </p:nvSpPr>
        <p:spPr>
          <a:xfrm>
            <a:off x="2959025" y="718752"/>
            <a:ext cx="6096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CSA0812-PYTHON PROGRAMMING</a:t>
            </a:r>
            <a:endParaRPr sz="3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9326625" y="5104450"/>
            <a:ext cx="2639400" cy="109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GUIDED BY: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>
              <a:buSzPts val="2000"/>
            </a:pPr>
            <a:r>
              <a:rPr lang="en-IN" sz="2000" b="1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Prabaharan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9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4668772" y="461899"/>
            <a:ext cx="3408427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  <a:endParaRPr b="1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567950" y="1759300"/>
            <a:ext cx="11020800" cy="380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45720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portfolio management involves analyzing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investments, stock performance, and portfolio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may come from SQL databases in different formats and currencies.</a:t>
            </a:r>
          </a:p>
          <a:p>
            <a:pPr marL="45720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and SQL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acquire, normalize, and analyze financial data.</a:t>
            </a:r>
          </a:p>
          <a:p>
            <a:pPr marL="45720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portfolio performance and ranks investments based on their returns.</a:t>
            </a:r>
          </a:p>
          <a:p>
            <a:pPr marL="457200" indent="-381000" algn="just">
              <a:lnSpc>
                <a:spcPct val="200000"/>
              </a:lnSpc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profiling is used to improve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of financial calculations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068496" y="602938"/>
            <a:ext cx="8158579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 &amp; Objectives</a:t>
            </a: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62" name="Google Shape;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/>
        </p:nvSpPr>
        <p:spPr>
          <a:xfrm>
            <a:off x="696600" y="1742644"/>
            <a:ext cx="10798800" cy="500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475" rIns="0" bIns="0" anchor="t" anchorCtr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may be stored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formats and currencies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portfolio calculations can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error-prone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Comparing stock performance efficiently requires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 data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and network errors can affect financial data retrieval.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Acquire financial records from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Normalize financial data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currencies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and compare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 stocks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calculation efficiency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profiling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3799175" y="517800"/>
            <a:ext cx="39777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 </a:t>
            </a:r>
            <a:endParaRPr b="1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B9EDE-0D79-F67D-48F6-1C1E25AE9C4F}"/>
              </a:ext>
            </a:extLst>
          </p:cNvPr>
          <p:cNvSpPr txBox="1"/>
          <p:nvPr/>
        </p:nvSpPr>
        <p:spPr>
          <a:xfrm>
            <a:off x="1358281" y="2107217"/>
            <a:ext cx="94991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portfolio analysis is often performed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tools and manual calculations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from different sources may require manual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 and currency conversion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performance comparison can be time-consuming for large datasets.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or network failures may interrupt data retrieval.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profiling makes it difficult to identify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bottlenecks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3580653" y="517800"/>
            <a:ext cx="50307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 Description</a:t>
            </a:r>
            <a:endParaRPr b="1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85000" y="1893650"/>
            <a:ext cx="11344800" cy="393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SQL DATA ACQUISITION &amp; PORTFOLIO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the SQL database and retrieves financial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investment values and stock ticker information from users.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DATA NORMALIZATION &amp; PORTFOLIO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financial values into standard currencies.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portfolio values and compound returns.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tuples and sorting algorithms to rank stock performance.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PERFORMANCE PROFILING &amp; ERROR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custom modules and packages for financial calculations.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and network errors using exception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Profiles the code to improve calculation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4273021" y="441600"/>
            <a:ext cx="26961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85000" y="1893650"/>
            <a:ext cx="113448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integrated approach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portfolio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data acquisition, currency normalization, portfolio analysis, and performance profiling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calculations and enables systematic stock performance comparison.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improves the reliability of financial data processing.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with advanced portfolio analysis and real-time financial data.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CEEE-B1DC-0333-251C-8330DA021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8473" y="1380931"/>
            <a:ext cx="6830009" cy="4288960"/>
          </a:xfrm>
        </p:spPr>
        <p:txBody>
          <a:bodyPr/>
          <a:lstStyle/>
          <a:p>
            <a:r>
              <a:rPr lang="en-IN" sz="1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pic>
        <p:nvPicPr>
          <p:cNvPr id="4" name="Google Shape;117;p16">
            <a:extLst>
              <a:ext uri="{FF2B5EF4-FFF2-40B4-BE49-F238E27FC236}">
                <a16:creationId xmlns:a16="http://schemas.microsoft.com/office/drawing/2014/main" id="{B5285B2D-782A-5633-7989-75BB585034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8;p11">
            <a:extLst>
              <a:ext uri="{FF2B5EF4-FFF2-40B4-BE49-F238E27FC236}">
                <a16:creationId xmlns:a16="http://schemas.microsoft.com/office/drawing/2014/main" id="{F5E88856-BA26-C6BC-B7B5-0BBFDA5E5C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111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416</Words>
  <Application>Microsoft Office PowerPoint</Application>
  <PresentationFormat>Widescreen</PresentationFormat>
  <Paragraphs>53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Development of an Algorithmic Financial Portfolio Management System for SQL Data Acquisition, Normalization, and Performance Profiling</vt:lpstr>
      <vt:lpstr>Introduction</vt:lpstr>
      <vt:lpstr>Problem Statement &amp; Objectives</vt:lpstr>
      <vt:lpstr>Existing System </vt:lpstr>
      <vt:lpstr>Module Description</vt:lpstr>
      <vt:lpstr>Conclusion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 PYTHON-BASED METEOROLOGICAL ANALYTICS PLATFORM FOR CLIMATE DATA CLEANSING, FORECASTING, AND VISUAL PLOTTING</dc:title>
  <dc:creator>Dileep Kumar Deshaboina</dc:creator>
  <cp:lastModifiedBy>Dileep Kumar Deshaboina</cp:lastModifiedBy>
  <cp:revision>3</cp:revision>
  <dcterms:modified xsi:type="dcterms:W3CDTF">2026-08-20T07:44:56Z</dcterms:modified>
</cp:coreProperties>
</file>