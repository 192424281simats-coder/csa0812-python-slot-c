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640080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640080"/>
            <a:ext cx="365760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749808"/>
            <a:ext cx="91440" cy="91440"/>
          </a:xfrm>
          <a:prstGeom prst="ellipse">
            <a:avLst/>
          </a:prstGeom>
          <a:solidFill>
            <a:srgbClr val="F4645C"/>
          </a:solidFill>
          <a:ln/>
        </p:spPr>
      </p:sp>
      <p:sp>
        <p:nvSpPr>
          <p:cNvPr id="5" name="Shape 3"/>
          <p:cNvSpPr/>
          <p:nvPr/>
        </p:nvSpPr>
        <p:spPr>
          <a:xfrm>
            <a:off x="8311896" y="74980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6" name="Shape 4"/>
          <p:cNvSpPr/>
          <p:nvPr/>
        </p:nvSpPr>
        <p:spPr>
          <a:xfrm>
            <a:off x="8531352" y="749808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1051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pPr indent="0" marL="0">
              <a:buNone/>
            </a:pPr>
            <a:r>
              <a:rPr lang="en-US" sz="11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'data.csv'</a:t>
            </a:r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1325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f.</a:t>
            </a:r>
            <a:pPr indent="0" marL="0">
              <a:buNone/>
            </a:pPr>
            <a:r>
              <a:rPr lang="en-US" sz="11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</a:t>
            </a:r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1600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process(rows)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auto-closes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 ·  CO5_AT3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Writing &amp; Processing Data with Python Files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201168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Topic 3 of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Deshaboina Dileep Kumar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21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192424281RC   |   SIMATS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Python file handling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 Handling?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data beyond program execution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1874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&amp; Core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2585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close(), read/write modes, the with statement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5478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3566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95020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read(), readline(), readlines() in action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5478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3566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Files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395020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write(), writelines() and creating new files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239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5257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6418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program: reading a CSV, processing it, writing results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507492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5239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0" y="5257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56418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run and the generated results file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 Handling?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lists disappear the moment a program ends — files let data outlive the program.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58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results, logs, or records permanently on disk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186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structured data (CSV/JSON/TXT) between programs and people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14" name="Text 12"/>
          <p:cNvSpPr/>
          <p:nvPr/>
        </p:nvSpPr>
        <p:spPr>
          <a:xfrm>
            <a:off x="123444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78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datasets too big to keep only in 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18" name="Text 16"/>
          <p:cNvSpPr/>
          <p:nvPr/>
        </p:nvSpPr>
        <p:spPr>
          <a:xfrm>
            <a:off x="1234440" y="4818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138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inputs and write reports without manual re-entry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051560"/>
            <a:ext cx="4572000" cy="5029200"/>
          </a:xfrm>
          <a:prstGeom prst="roundRect">
            <a:avLst>
              <a:gd name="adj" fmla="val 1200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Lifecycle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69480" y="17830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818120" y="1810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52360" y="2194560"/>
            <a:ext cx="0" cy="457200"/>
          </a:xfrm>
          <a:prstGeom prst="line">
            <a:avLst/>
          </a:prstGeom>
          <a:noFill/>
          <a:ln w="19050">
            <a:solidFill>
              <a:srgbClr val="3A466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269480" y="265176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81812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write data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3063240"/>
            <a:ext cx="0" cy="457200"/>
          </a:xfrm>
          <a:prstGeom prst="line">
            <a:avLst/>
          </a:prstGeom>
          <a:noFill/>
          <a:ln w="19050">
            <a:solidFill>
              <a:srgbClr val="3A466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269480" y="35204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7818120" y="3547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transform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52360" y="3931920"/>
            <a:ext cx="0" cy="457200"/>
          </a:xfrm>
          <a:prstGeom prst="line">
            <a:avLst/>
          </a:prstGeom>
          <a:noFill/>
          <a:ln w="19050">
            <a:solidFill>
              <a:srgbClr val="3A466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269480" y="438912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818120" y="4416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file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69480" y="5349240"/>
            <a:ext cx="3931920" cy="0"/>
          </a:xfrm>
          <a:prstGeom prst="line">
            <a:avLst/>
          </a:prstGeom>
          <a:noFill/>
          <a:ln w="12700">
            <a:solidFill>
              <a:srgbClr val="2A35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5532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 with open(...) as f:  — it closes the file automatically, even on errors.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Modes &amp; Core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operation starts with open(path, mode)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(default)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1965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must exist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5120640" cy="475488"/>
          </a:xfrm>
          <a:prstGeom prst="rect">
            <a:avLst/>
          </a:prstGeom>
          <a:solidFill>
            <a:srgbClr val="EA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414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20240" y="2441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/ overwrites existing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68680" y="29169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920240" y="29169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0" y="29169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end of file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5120640" cy="475488"/>
          </a:xfrm>
          <a:prstGeom prst="rect">
            <a:avLst/>
          </a:prstGeom>
          <a:solidFill>
            <a:srgbClr val="EAEFF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3924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'r+'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920240" y="33924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33924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must exist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68680" y="3867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20240" y="3867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create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0" y="38679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file exists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512064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50876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508760"/>
            <a:ext cx="548640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1609344"/>
            <a:ext cx="91440" cy="91440"/>
          </a:xfrm>
          <a:prstGeom prst="ellipse">
            <a:avLst/>
          </a:prstGeom>
          <a:solidFill>
            <a:srgbClr val="F4645C"/>
          </a:solidFill>
          <a:ln/>
        </p:spPr>
      </p:sp>
      <p:sp>
        <p:nvSpPr>
          <p:cNvPr id="29" name="Shape 27"/>
          <p:cNvSpPr/>
          <p:nvPr/>
        </p:nvSpPr>
        <p:spPr>
          <a:xfrm>
            <a:off x="6373368" y="160934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574536" y="1609344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way: auto-closes the file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2231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"marks.txt"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print(data)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Manual open/close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694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"marks.txt"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must remember!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35040" y="470916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7E6"/>
          </a:solidFill>
          <a:ln w="12700">
            <a:solidFill>
              <a:srgbClr val="F1DB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846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 a file   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release it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read()/readline()/readlines()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data in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A6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write()/writelines()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push data out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pull content out of a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520440" cy="7315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file as a single string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352044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55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readline()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just one line, moves the cursor forward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3520440" cy="7315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755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lines into a list of strings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1088136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346704"/>
            <a:ext cx="91440" cy="91440"/>
          </a:xfrm>
          <a:prstGeom prst="ellipse">
            <a:avLst/>
          </a:prstGeom>
          <a:solidFill>
            <a:srgbClr val="F464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" y="334670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9576" y="3346704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read_demo.py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"students.csv"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92277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whole_file = f.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entire content as one string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45312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"students.csv"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1830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first_line = f.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reads just the header row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"students.csv"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51383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all_lines = f.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list: one string per 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7790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all_lines: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604418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data out to disk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write(string)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string; no automatic newline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15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writelines(list)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list of strings back to 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"w"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the file / creates it if missing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72584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64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"a"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111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 the end, keeping old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600200"/>
            <a:ext cx="5989320" cy="4343400"/>
          </a:xfrm>
          <a:prstGeom prst="roundRect">
            <a:avLst>
              <a:gd name="adj" fmla="val 1684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600200"/>
            <a:ext cx="598932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1700784"/>
            <a:ext cx="91440" cy="91440"/>
          </a:xfrm>
          <a:prstGeom prst="ellipse">
            <a:avLst/>
          </a:prstGeom>
          <a:solidFill>
            <a:srgbClr val="F4645C"/>
          </a:solidFill>
          <a:ln/>
        </p:spPr>
      </p:sp>
      <p:sp>
        <p:nvSpPr>
          <p:cNvPr id="19" name="Shape 17"/>
          <p:cNvSpPr/>
          <p:nvPr/>
        </p:nvSpPr>
        <p:spPr>
          <a:xfrm>
            <a:off x="5824728" y="170078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25896" y="1700784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1600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write_demo.py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20391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720" y="23134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"Name,Total,Average,Status\n",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60720" y="25877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"Arun Kumar,255,85.0,PASS\n",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60720" y="28620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"Divya Priya,93,31.0,FAIL\n",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0" y="31363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0" y="34107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6850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1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"results.csv"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9593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indent="0" marL="0">
              <a:buNone/>
            </a:pPr>
            <a:r>
              <a:rPr lang="en-US" sz="11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writelines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60720" y="42336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760720" y="45079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a late entry without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760720" y="47823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erasing what's already there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60720" y="50566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1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"results.csv"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60720" y="53309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indent="0" marL="0">
              <a:buNone/>
            </a:pPr>
            <a:r>
              <a:rPr lang="en-US" sz="11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"Eshwar Rao,228,76.0,PASS\n"</a:t>
            </a:r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Student Marks Processor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program that reads a CSV file, processes the data, and writes results to a new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291840"/>
          </a:xfrm>
          <a:prstGeom prst="roundRect">
            <a:avLst>
              <a:gd name="adj" fmla="val 1944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CSV and read each student's name, roll no. and three subject marks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87368" y="31546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429000" cy="3291840"/>
          </a:xfrm>
          <a:prstGeom prst="roundRect">
            <a:avLst>
              <a:gd name="adj" fmla="val 1944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5349240" y="2075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&amp; average marks, then decide PASS / FAIL against the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31546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429000" cy="3291840"/>
          </a:xfrm>
          <a:prstGeom prst="roundRect">
            <a:avLst>
              <a:gd name="adj" fmla="val 1944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05740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9098280" y="2075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9828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28346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brand-new CSV with the computed columns for every student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D2A3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pPr indent="0" marL="0">
              <a:buNone/>
            </a:pPr>
            <a:r>
              <a:rPr lang="en-US" sz="13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3 subject marks ≥ 40  →  PASS, otherwise  →  FAIL. Uses Python's built-in </a:t>
            </a:r>
            <a:pPr indent="0" marL="0">
              <a:buNone/>
            </a:pPr>
            <a:r>
              <a:rPr lang="en-US" sz="13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buNone/>
            </a:pPr>
            <a:r>
              <a:rPr lang="en-US" sz="13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 for robust CSV read/write.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— students.csv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before processing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68096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37160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Kumar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Bhavya Sri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Charan Reddy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Eshwar Rao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1D2A3F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Snapshot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732520" y="21031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 · 3 subjects each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values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 = column headers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 set to 40 average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 contents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Name,Roll No,Marks1,Marks2,Marks3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 Kumar,101,78,85,92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Bhavya Sri,102,65,70,58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Charan Reddy,103,90,88,95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Divya Priya,104,30,35,28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Eshwar Rao,105,72,80,76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process_students.py — reads, computes, writes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5074920"/>
          </a:xfrm>
          <a:prstGeom prst="roundRect">
            <a:avLst>
              <a:gd name="adj" fmla="val 1441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72184"/>
            <a:ext cx="91440" cy="91440"/>
          </a:xfrm>
          <a:prstGeom prst="ellipse">
            <a:avLst/>
          </a:prstGeom>
          <a:solidFill>
            <a:srgbClr val="F4645C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47218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472184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process_students.py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PASS_MARK = </a:t>
            </a:r>
            <a:pPr indent="0" marL="0">
              <a:buNone/>
            </a:pPr>
            <a:r>
              <a:rPr lang="en-US" sz="1200" dirty="0">
                <a:solidFill>
                  <a:srgbClr val="C6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"students.csv"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infile: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(infile)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=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(row[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"Marks1"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+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(row[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"Marks2"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+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(row[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"Marks3"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average =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 / </a:t>
            </a:r>
            <a:pPr indent="0" marL="0">
              <a:buNone/>
            </a:pPr>
            <a:r>
              <a:rPr lang="en-US" sz="1200" dirty="0">
                <a:solidFill>
                  <a:srgbClr val="C6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6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average &gt;= PASS_MARK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processed_records.append({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row[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...})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8463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120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"results.csv"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outfile: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DictWriter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(outfile, fieldnames=[</a:t>
            </a:r>
            <a:pPr indent="0" marL="0">
              <a:buNone/>
            </a:pPr>
            <a:r>
              <a:rPr lang="en-US" sz="120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"Name", "Roll No", "Total", "Average", "Status"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writeheader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9436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</a:t>
            </a:r>
            <a:pPr indent="0" marL="0">
              <a:buNone/>
            </a:pPr>
            <a:r>
              <a:rPr lang="en-US" sz="120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writerows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(processed_records)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 Safely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can fail — a missing file, bad permissions, or malformed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943600" cy="292608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safe_read.py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2951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pPr indent="0" marL="0">
              <a:buNone/>
            </a:pPr>
            <a:r>
              <a:rPr lang="en-US" sz="12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"students.csv"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624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f.</a:t>
            </a:r>
            <a:pPr indent="0" marL="0">
              <a:buNone/>
            </a:pPr>
            <a:r>
              <a:rPr lang="en-US" sz="12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953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2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FileNotFoundError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2826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2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 file is missing!"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250" dirty="0">
                <a:solidFill>
                  <a:srgbClr val="8A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410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2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 column has bad data"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270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599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2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 read successfully"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9286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250" dirty="0">
                <a:solidFill>
                  <a:srgbClr val="FF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attempt finished"</a:t>
            </a:r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15087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508760"/>
            <a:ext cx="73152" cy="9144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618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 goes here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560320"/>
            <a:ext cx="73152" cy="914400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670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3017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a specific error occurs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36118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3611880"/>
            <a:ext cx="73152" cy="9144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0" y="4069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no error occurred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0" y="466344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4663440"/>
            <a:ext cx="73152" cy="9144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4773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5120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— perfect for closing files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log from running  python3 process_students.py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1554480"/>
            <a:ext cx="9326880" cy="5230368"/>
          </a:xfrm>
          <a:prstGeom prst="roundRect">
            <a:avLst>
              <a:gd name="adj" fmla="val 874"/>
            </a:avLst>
          </a:prstGeom>
          <a:solidFill>
            <a:srgbClr val="0D1420"/>
          </a:solidFill>
          <a:ln w="19050">
            <a:solidFill>
              <a:srgbClr val="2A3549"/>
            </a:solidFill>
            <a:prstDash val="solid"/>
          </a:ln>
        </p:spPr>
      </p:sp>
      <p:pic>
        <p:nvPicPr>
          <p:cNvPr id="5" name="Image 0" descr="terminal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37360"/>
            <a:ext cx="8961120" cy="4864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 — results.csv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created file with computed columns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Kumar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Bhavya Sri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64.33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Charan Reddy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Eshwar Rao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3DDC84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Passed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301752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5C5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0" y="31272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68680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Failed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1B2436"/>
          </a:solidFill>
          <a:ln w="12700">
            <a:solidFill>
              <a:srgbClr val="2A35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results.csv (raw)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Name,Roll No,Total,Average,Status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 Kumar,101,255,85.0,PASS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Bhavya Sri,102,193,64.33,PASS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Charan Reddy,103,273,91.0,PASS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Divya Priya,104,93,31.0,FAIL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Eshwar Rao,105,228,76.0,PASS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starting point — pick the right mode for the job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28016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statement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8470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 pattern: guarantees the file closes, even on error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2608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vs write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4930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read()/readline()/readlines() pull data in; write()/writelines() push it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9260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92608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module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4930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quoting and delimiters correctly — safer than manual string splitting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57200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736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try/except/finally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138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file I/O to handle missing files or bad data gracefully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4572000"/>
            <a:ext cx="82296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736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flow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5138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Process → Write is the pattern behind most real data programs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6304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File Handling in Python?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6360" y="4572000"/>
            <a:ext cx="182880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Deshaboina Dileep Kumar   |   192424281RC   |   SIMATS 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2026-09-02T03:15:56Z</dcterms:created>
  <dcterms:modified xsi:type="dcterms:W3CDTF">2026-09-02T03:15:56Z</dcterms:modified>
</cp:coreProperties>
</file>